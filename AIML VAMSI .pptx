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00503000000020004"/>
      <p:regular r:id="rId13"/>
    </p:embeddedFont>
    <p:embeddedFont>
      <p:font typeface="Petrona Bold"/>
      <p:regular r:id="rId14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2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23752"/>
            <a:ext cx="4722763" cy="139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Academic Performance Prediction System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93184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Study Hours, Attendance, and Learning Behavior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318123"/>
            <a:ext cx="2171105" cy="215354"/>
          </a:xfrm>
          <a:prstGeom prst="roundRect">
            <a:avLst>
              <a:gd name="adj" fmla="val 22119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1174" y="3360613"/>
            <a:ext cx="245819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YEAR ENGINEERING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6119" y="3604320"/>
            <a:ext cx="272563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1174" y="3646810"/>
            <a:ext cx="301272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· PREDICTIVE ANALYTICS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EC6C2-753E-8A45-99EC-237550FFD252}"/>
              </a:ext>
            </a:extLst>
          </p:cNvPr>
          <p:cNvSpPr txBox="1"/>
          <p:nvPr/>
        </p:nvSpPr>
        <p:spPr>
          <a:xfrm>
            <a:off x="450887" y="3979142"/>
            <a:ext cx="315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G.Vamsi</a:t>
            </a:r>
            <a:endParaRPr lang="en-US" sz="1200" dirty="0"/>
          </a:p>
          <a:p>
            <a:r>
              <a:rPr lang="en-US" sz="1200"/>
              <a:t>323129510018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2506"/>
            <a:ext cx="4722763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 with Traditional Evaluation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96119" y="1219795"/>
            <a:ext cx="4722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Conventional systems rely on retrospective grading, leaving institutions reactive rather than proactive.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07121"/>
            <a:ext cx="4722763" cy="7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3819" y="1727671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Late Identification of At-Risk Students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73819" y="1949797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Struggling students are flagged only after poor results — when intervention is least effective.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47702"/>
            <a:ext cx="4722763" cy="760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3819" y="2568253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Siloed &amp; Underutilized Data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73819" y="2790379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Attendance, study hours, and behavior data exist separately and are rarely analyzed together.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88283"/>
            <a:ext cx="4722763" cy="7608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3819" y="3408834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Predictive Intelligence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673819" y="3630960"/>
            <a:ext cx="442451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ML-driven forecasting, institutions cannot anticipate outcomes or personalize support.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4128864"/>
            <a:ext cx="4722763" cy="6120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3819" y="4249415"/>
            <a:ext cx="4424511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Delayed Interventions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673819" y="4471541"/>
            <a:ext cx="442451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processes slow response times, allowing academic decline to go unchecked.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355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18303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bridges the gap between raw institutional data and actionable academic intelligence.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69318"/>
            <a:ext cx="4004965" cy="14989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3508" y="16756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6927" y="2136279"/>
            <a:ext cx="368334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 Academic Performance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6927" y="245387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ML models to study hours, attendance, and behavior for accurate performance forecasting.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569318"/>
            <a:ext cx="4005039" cy="14989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0232" y="16756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803651" y="2136279"/>
            <a:ext cx="36834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Identify At-Risk Students Early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803651" y="245387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students showing early signs of academic difficulty before assessments occur.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10074"/>
            <a:ext cx="4004965" cy="14989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13508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6927" y="3777035"/>
            <a:ext cx="368334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Enable Personalized Guidance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6927" y="4094634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individualized recommendations based on each student's learning patterns.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210074"/>
            <a:ext cx="4005039" cy="14989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60232" y="331641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803651" y="3777035"/>
            <a:ext cx="36834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Support Data-Driven Decisions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803651" y="409463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 faculty and administrators with dashboards and reports for timely intervention.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Existing System vs. Proposed Solution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19882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354461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Paradigm Shift in Academic Monitoring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3232" y="2506117"/>
            <a:ext cx="3989412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system replaces fragmented, manual evaluation with an integrated, ML-powered platform that continuously monitors, analyzes, and predicts student outcomes — enabling institutions to act before problems escalate.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3232" y="2801094"/>
            <a:ext cx="3989412" cy="269230"/>
          </a:xfrm>
          <a:prstGeom prst="roundRect">
            <a:avLst>
              <a:gd name="adj" fmla="val 11058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4" y="2889647"/>
            <a:ext cx="88553" cy="70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3469" y="2850654"/>
            <a:ext cx="368833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designed to be secure, scalable, and centralized — accessible to authorized faculty and administrators across departments.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&amp; Overall Workflow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70570"/>
            <a:ext cx="8151763" cy="3521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1329" y="3092498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Preprocessing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2441329" y="3618151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normalization, feature selection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49316" y="3092498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Prediction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549316" y="3618151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scoring and outcome forecasts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193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1193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Attendance, study hours, assessments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53279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&amp; Reports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053279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alerts, trend charts, interventions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14612" y="1188294"/>
            <a:ext cx="1210397" cy="462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Model Training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014612" y="1713947"/>
            <a:ext cx="1210397" cy="454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and regression algorithms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6119" y="4474071"/>
            <a:ext cx="815176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ingests data from LMS, attendance systems, and assessment platforms — processing it through preprocessing and ML layers before surfacing actionable insights on the monitoring dashboard.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9604"/>
            <a:ext cx="4722763" cy="741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Modules &amp; Machine Learning Pipeline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3925119" y="1275904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042842" y="1393627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42842" y="1632942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attendance, study hours, assignments, and assessment marks from multiple institutional sources.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25119" y="2165375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42842" y="2283098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 &amp; Feature Selection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42842" y="2522413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 data, handles missing values, and selects predictive features using correlation analysis.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25119" y="3054846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42842" y="3172569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Prediction Engine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42842" y="3411885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Random Forest, Decision Trees, and Logistic Regression to forecast performance and risk scores.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5119" y="3944317"/>
            <a:ext cx="4722763" cy="799505"/>
          </a:xfrm>
          <a:prstGeom prst="roundRect">
            <a:avLst>
              <a:gd name="adj" fmla="val 59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042842" y="4062040"/>
            <a:ext cx="4487317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Risk Identification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42842" y="4301356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students as Safe, At-Risk, or Critical — triggering automated alerts for faculty review.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141"/>
            <a:ext cx="8151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Monitoring Dashboard &amp; Analytics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38536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720825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Institutional Intelligence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749701" y="2095128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provides faculty and administrators with a live view of class performance trends, individual student trajectories, and risk distributions — enabling timely, evidence-based interventions.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312993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Student-level performance trend charts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Department-wide risk distribution summaries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 notifications for at-risk students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Exportable PDF and Excel performance reports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4358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 &amp; Security Framework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1388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96119" y="1905893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2640" y="2052414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2640" y="2426717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Flask / Django · Scikit-learn · Pandas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905893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64991" y="2052414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664991" y="2426717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 · Chart.js · Bootstrap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168625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640" y="3315146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2640" y="3689449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· Redis (caching)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8470" y="3168625"/>
            <a:ext cx="1880592" cy="1120973"/>
          </a:xfrm>
          <a:prstGeom prst="roundRect">
            <a:avLst>
              <a:gd name="adj" fmla="val 5312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64991" y="3315146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DevOps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64991" y="3689449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· Git · AWS / Azure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49701" y="1513880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Security &amp; Privacy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749701" y="1888182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control (RBAC) for students, faculty, and admins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encryption for data in transit and at rest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FERPA and GDPR-compliant data handling policies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 for all system access and data modifications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vulnerability scanning and penetration testing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1871"/>
            <a:ext cx="4722763" cy="334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Expected Outcomes &amp; Advantages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96119" y="936873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30%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96119" y="1378967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Earlier Intervention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1590005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At-risk students identified weeks before traditional methods would flag them.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96119" y="1927399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96119" y="2369493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Prediction Accuracy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6119" y="2580531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model accuracy using ensemble ML techniques on validated datasets.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6119" y="2917924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40%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96119" y="3360018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Reduction in Failures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6119" y="3571056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decrease in student failure rates through proactive support.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6119" y="3908450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24/7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96119" y="4350544"/>
            <a:ext cx="47227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6119" y="4561582"/>
            <a:ext cx="47227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automated tracking with instant alerts for faculty and counselors.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Challenges, Future Enhancements &amp; Conclusion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2174900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Challenges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326556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and consistency across departments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bias and fairness in predictions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privacy and ethical AI concerns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legacy institutional systems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739256"/>
            <a:ext cx="3989412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Roadmap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890912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learning behavior tracking via LMS APIs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models (LSTM) for temporal patterns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for student self-monitoring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counseling and support services</a:t>
            </a:r>
            <a:endParaRPr lang="en-US" sz="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715342"/>
            <a:ext cx="3989412" cy="39894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6119" y="4784378"/>
            <a:ext cx="8151763" cy="196155"/>
          </a:xfrm>
          <a:prstGeom prst="roundRect">
            <a:avLst>
              <a:gd name="adj" fmla="val 1517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61" y="4872930"/>
            <a:ext cx="88553" cy="70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6356" y="4837509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system transforms academic monitoring from reactive grading to proactive, predictive student success — empowering institutions to act with confidence and care.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725</Words>
  <Application>Microsoft Macintosh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ashishdhanala@gmail.com</cp:lastModifiedBy>
  <cp:revision>3</cp:revision>
  <dcterms:created xsi:type="dcterms:W3CDTF">2026-07-28T05:16:27Z</dcterms:created>
  <dcterms:modified xsi:type="dcterms:W3CDTF">2026-10-05T05:52:08Z</dcterms:modified>
</cp:coreProperties>
</file>