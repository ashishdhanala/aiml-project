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00503000000020004"/>
      <p:regular r:id="rId13"/>
    </p:embeddedFont>
    <p:embeddedFont>
      <p:font typeface="Petrona Bold"/>
      <p:regular r:id="rId14"/>
      <p:bold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220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23752"/>
            <a:ext cx="4722763" cy="1395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Student Academic Performance Prediction System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496119" y="293184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Study Hours, Attendance, and Learning Behavior Analysis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318123"/>
            <a:ext cx="2171105" cy="215354"/>
          </a:xfrm>
          <a:prstGeom prst="roundRect">
            <a:avLst>
              <a:gd name="adj" fmla="val 22119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1174" y="3360613"/>
            <a:ext cx="245819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YEAR ENGINEERING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96119" y="3604320"/>
            <a:ext cx="2725638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007E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1174" y="3646810"/>
            <a:ext cx="301272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· PREDICTIVE ANALYTICS</a:t>
            </a:r>
            <a:endParaRPr lang="en-US" sz="8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FEC6C2-753E-8A45-99EC-237550FFD252}"/>
              </a:ext>
            </a:extLst>
          </p:cNvPr>
          <p:cNvSpPr txBox="1"/>
          <p:nvPr/>
        </p:nvSpPr>
        <p:spPr>
          <a:xfrm>
            <a:off x="450887" y="3979142"/>
            <a:ext cx="3153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D.Selwa</a:t>
            </a:r>
            <a:r>
              <a:rPr lang="en-US" sz="1200" dirty="0"/>
              <a:t> Raju</a:t>
            </a:r>
          </a:p>
          <a:p>
            <a:r>
              <a:rPr lang="en-US" sz="1200"/>
              <a:t>323129510060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2506"/>
            <a:ext cx="4722763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 with Traditional Evaluation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496119" y="1219795"/>
            <a:ext cx="4722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Conventional systems rely on retrospective grading, leaving institutions reactive rather than proactive.</a:t>
            </a:r>
            <a:endParaRPr lang="en-US" sz="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607121"/>
            <a:ext cx="4722763" cy="7608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3819" y="1727671"/>
            <a:ext cx="4424511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Late Identification of At-Risk Students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73819" y="1949797"/>
            <a:ext cx="442451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Struggling students are flagged only after poor results — when intervention is least effective.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447702"/>
            <a:ext cx="4722763" cy="7608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3819" y="2568253"/>
            <a:ext cx="4424511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Siloed &amp; Underutilized Data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673819" y="2790379"/>
            <a:ext cx="442451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Attendance, study hours, and behavior data exist separately and are rarely analyzed together.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288283"/>
            <a:ext cx="4722763" cy="7608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73819" y="3408834"/>
            <a:ext cx="4424511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 Predictive Intelligence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673819" y="3630960"/>
            <a:ext cx="442451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ML-driven forecasting, institutions cannot anticipate outcomes or personalize support.</a:t>
            </a:r>
            <a:endParaRPr lang="en-US" sz="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4128864"/>
            <a:ext cx="4722763" cy="6120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73819" y="4249415"/>
            <a:ext cx="4424511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Delayed Interventions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673819" y="4471541"/>
            <a:ext cx="442451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processes slow response times, allowing academic decline to go unchecked.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4355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Objectives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18303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system bridges the gap between raw institutional data and actionable academic intelligence.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69318"/>
            <a:ext cx="4004965" cy="14989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13508" y="167565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6927" y="2136279"/>
            <a:ext cx="368334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 Academic Performance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56927" y="2453878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ML models to study hours, attendance, and behavior for accurate performance forecasting.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1569318"/>
            <a:ext cx="4005039" cy="14989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60232" y="167565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803651" y="2136279"/>
            <a:ext cx="3683422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Identify At-Risk Students Early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803651" y="2453878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students showing early signs of academic difficulty before assessments occur.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210074"/>
            <a:ext cx="4004965" cy="14989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13508" y="3316412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56927" y="3777035"/>
            <a:ext cx="368334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Enable Personalized Guidance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56927" y="4094634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individualized recommendations based on each student's learning patterns.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3210074"/>
            <a:ext cx="4005039" cy="149899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60232" y="3316412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803651" y="3777035"/>
            <a:ext cx="3683422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Support Data-Driven Decisions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4803651" y="4094634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 faculty and administrators with dashboards and reports for timely intervention.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395"/>
            <a:ext cx="815176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Existing System vs. Proposed Solution</a:t>
            </a:r>
            <a:endParaRPr lang="en-US" sz="1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19882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232" y="2354461"/>
            <a:ext cx="3989412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 Paradigm Shift in Academic Monitoring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3232" y="2506117"/>
            <a:ext cx="3989412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proposed system replaces fragmented, manual evaluation with an integrated, ML-powered platform that continuously monitors, analyzes, and predicts student outcomes — enabling institutions to act before problems escalate.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3232" y="2801094"/>
            <a:ext cx="3989412" cy="269230"/>
          </a:xfrm>
          <a:prstGeom prst="roundRect">
            <a:avLst>
              <a:gd name="adj" fmla="val 11058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074" y="2889647"/>
            <a:ext cx="88553" cy="70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93469" y="2850654"/>
            <a:ext cx="368833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is designed to be secure, scalable, and centralized — accessible to authorized faculty and administrators across departments.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34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Architecture &amp; Overall Workflow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70570"/>
            <a:ext cx="8151763" cy="3521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41329" y="3092498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Preprocessing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2441329" y="3618151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Cleaning, normalization, feature selection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549316" y="3092498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Prediction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549316" y="3618151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scoring and outcome forecasts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91193" y="1188294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Collection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1193" y="1713947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Attendance, study hours, assessments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053279" y="1188294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 &amp; Reports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053279" y="1713947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alerts, trend charts, interventions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14612" y="1188294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Model Training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014612" y="1713947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and regression algorithms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6119" y="4474071"/>
            <a:ext cx="815176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ingests data from LMS, attendance systems, and assessment platforms — processing it through preprocessing and ML layers before surfacing actionable insights on the monitoring dashboard.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9604"/>
            <a:ext cx="4722763" cy="741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Modules &amp; Machine Learning Pipeline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3925119" y="1275904"/>
            <a:ext cx="4722763" cy="799505"/>
          </a:xfrm>
          <a:prstGeom prst="roundRect">
            <a:avLst>
              <a:gd name="adj" fmla="val 593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042842" y="1393627"/>
            <a:ext cx="448731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Collection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042842" y="1632942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Aggregates attendance, study hours, assignments, and assessment marks from multiple institutional sources.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925119" y="2165375"/>
            <a:ext cx="4722763" cy="799505"/>
          </a:xfrm>
          <a:prstGeom prst="roundRect">
            <a:avLst>
              <a:gd name="adj" fmla="val 593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042842" y="2283098"/>
            <a:ext cx="448731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Preprocessing &amp; Feature Selection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42842" y="2522413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Cleans data, handles missing values, and selects predictive features using correlation analysis.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25119" y="3054846"/>
            <a:ext cx="4722763" cy="799505"/>
          </a:xfrm>
          <a:prstGeom prst="roundRect">
            <a:avLst>
              <a:gd name="adj" fmla="val 593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042842" y="3172569"/>
            <a:ext cx="448731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Prediction Engine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042842" y="3411885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Applies Random Forest, Decision Trees, and Logistic Regression to forecast performance and risk scores.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25119" y="3944317"/>
            <a:ext cx="4722763" cy="799505"/>
          </a:xfrm>
          <a:prstGeom prst="roundRect">
            <a:avLst>
              <a:gd name="adj" fmla="val 593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042842" y="4062040"/>
            <a:ext cx="448731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Risk Identification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042842" y="4301356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Classifies students as Safe, At-Risk, or Critical — triggering automated alerts for faculty review.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6141"/>
            <a:ext cx="8151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Monitoring Dashboard &amp; Analytics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38536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20825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Institutional Intelligence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749701" y="2095128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dashboard provides faculty and administrators with a live view of class performance trends, individual student trajectories, and risk distributions — enabling timely, evidence-based interventions.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3129930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Student-level performance trend charts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Department-wide risk distribution summaries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alert notifications for at-risk students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Exportable PDF and Excel performance reports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4358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 &amp; Security Framework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513880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96119" y="1905893"/>
            <a:ext cx="1880592" cy="1120973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2640" y="2052414"/>
            <a:ext cx="158755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2640" y="2426717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· Flask / Django · Scikit-learn · Pandas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8470" y="1905893"/>
            <a:ext cx="1880592" cy="1120973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64991" y="2052414"/>
            <a:ext cx="158755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664991" y="2426717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React.js · Chart.js · Bootstrap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3168625"/>
            <a:ext cx="1880592" cy="1120973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2640" y="3315146"/>
            <a:ext cx="158755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2640" y="3689449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· Redis (caching)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18470" y="3168625"/>
            <a:ext cx="1880592" cy="1120973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64991" y="3315146"/>
            <a:ext cx="158755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DevOps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664991" y="3689449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· Git · AWS / Azure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49701" y="1513880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Security &amp; Privacy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749701" y="1888182"/>
            <a:ext cx="3902943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access control (RBAC) for students, faculty, and admins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encryption for data in transit and at rest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FERPA and GDPR-compliant data handling policies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logs for all system access and data modifications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 vulnerability scanning and penetration testing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41871"/>
            <a:ext cx="4722763" cy="334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Expected Outcomes &amp; Advantages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96119" y="936873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30%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96119" y="1378967"/>
            <a:ext cx="47227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Earlier Intervention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96119" y="1590005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At-risk students identified weeks before traditional methods would flag them.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96119" y="1927399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85%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96119" y="2369493"/>
            <a:ext cx="47227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Prediction Accuracy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96119" y="2580531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model accuracy using ensemble ML techniques on validated datasets.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96119" y="2917924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40%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96119" y="3360018"/>
            <a:ext cx="47227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Reduction in Failures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96119" y="3571056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decrease in student failure rates through proactive support.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96119" y="3908450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24/7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96119" y="4350544"/>
            <a:ext cx="47227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6119" y="4561582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automated tracking with instant alerts for faculty and counselors.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Challenges, Future Enhancements &amp; Conclusion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496119" y="2174900"/>
            <a:ext cx="3989412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Current Challenges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2326556"/>
            <a:ext cx="398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and consistency across departments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bias and fairness in predictions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privacy and ethical AI concerns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with legacy institutional systems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496119" y="2739256"/>
            <a:ext cx="3989412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Roadmap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96119" y="2890912"/>
            <a:ext cx="398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learning behavior tracking via LMS APIs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 models (LSTM) for temporal patterns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 for student self-monitoring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with counseling and support services</a:t>
            </a:r>
            <a:endParaRPr lang="en-US" sz="5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232" y="715342"/>
            <a:ext cx="3989412" cy="39894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96119" y="4784378"/>
            <a:ext cx="8151763" cy="196155"/>
          </a:xfrm>
          <a:prstGeom prst="roundRect">
            <a:avLst>
              <a:gd name="adj" fmla="val 15177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61" y="4872930"/>
            <a:ext cx="88553" cy="70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6356" y="4837509"/>
            <a:ext cx="830788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system transforms academic monitoring from reactive grading to proactive, predictive student success — empowering institutions to act with confidence and care.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726</Words>
  <Application>Microsoft Macintosh PowerPoint</Application>
  <PresentationFormat>On-screen Show (16:9)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Inter</vt:lpstr>
      <vt:lpstr>Petrona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ashishdhanala@gmail.com</cp:lastModifiedBy>
  <cp:revision>3</cp:revision>
  <dcterms:created xsi:type="dcterms:W3CDTF">2026-07-28T05:16:27Z</dcterms:created>
  <dcterms:modified xsi:type="dcterms:W3CDTF">2026-10-05T05:52:52Z</dcterms:modified>
</cp:coreProperties>
</file>